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{{title}}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第1页 - {slide_title_1}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第2页 - {slide_title_2}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第3页 - {slide_title_3}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